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37193" y="2791206"/>
            <a:ext cx="99212" cy="2551176"/>
          </a:xfrm>
          <a:prstGeom prst="rect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 rot="19920000">
            <a:off x="8289950" y="3783330"/>
            <a:ext cx="340156" cy="141732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 rot="1680000">
            <a:off x="9083649" y="3570732"/>
            <a:ext cx="340156" cy="141732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61604" y="665226"/>
            <a:ext cx="850392" cy="1162202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100000">
            <a:off x="8800185" y="1189634"/>
            <a:ext cx="850392" cy="1162202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 rot="19500000">
            <a:off x="7723022" y="1189634"/>
            <a:ext cx="850392" cy="1162202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 rot="19800000">
            <a:off x="8686800" y="1699869"/>
            <a:ext cx="850392" cy="1162202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1800000">
            <a:off x="7836408" y="1699869"/>
            <a:ext cx="850392" cy="1162202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88375" y="1940814"/>
            <a:ext cx="396849" cy="396849"/>
          </a:xfrm>
          <a:prstGeom prst="ellipse">
            <a:avLst/>
          </a:prstGeom>
          <a:solidFill>
            <a:srgbClr val="DEA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59436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500" b="1">
                <a:solidFill>
                  <a:srgbClr val="593F8F"/>
                </a:solidFill>
                <a:latin typeface="Aptos"/>
              </a:rPr>
              <a:t>IRIS FLOWER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64008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500" b="1">
                <a:solidFill>
                  <a:srgbClr val="2B2637"/>
                </a:solidFill>
                <a:latin typeface="Aptos"/>
              </a:rPr>
              <a:t>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743200"/>
            <a:ext cx="6476325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US" b="1" dirty="0">
                <a:latin typeface="Calibri body"/>
              </a:rPr>
              <a:t>Presented by: Tahezeeb Jaweed Peerji | Domain: AI/ML | Week: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246120"/>
            <a:ext cx="468621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696374"/>
                </a:solidFill>
                <a:latin typeface="Aptos"/>
              </a:rPr>
              <a:t>From flower measurements → species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160520"/>
            <a:ext cx="5029200" cy="960120"/>
          </a:xfrm>
          <a:prstGeom prst="roundRect">
            <a:avLst/>
          </a:prstGeom>
          <a:solidFill>
            <a:srgbClr val="F2EEF9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43984"/>
            <a:ext cx="4744825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B2637"/>
                </a:solidFill>
                <a:latin typeface="Aptos"/>
              </a:rPr>
              <a:t>ANN / MLP Classifier  •  150 samples  •  4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93F8F"/>
                </a:solidFill>
                <a:latin typeface="Aptos"/>
              </a:rPr>
              <a:t>1. Project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1285" y="1289983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1272015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593F8F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408" y="2482483"/>
            <a:ext cx="4279792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2B2637"/>
                </a:solidFill>
                <a:latin typeface="Aptos"/>
              </a:rPr>
              <a:t>Predict the species of an Iris flower using four measured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126067"/>
            <a:ext cx="5303520" cy="4555065"/>
          </a:xfrm>
          <a:prstGeom prst="roundRect">
            <a:avLst/>
          </a:prstGeom>
          <a:solidFill>
            <a:srgbClr val="F6F4FA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91956" y="2697480"/>
            <a:ext cx="64008" cy="1645920"/>
          </a:xfrm>
          <a:prstGeom prst="rect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 rot="19920000">
            <a:off x="8567928" y="3337560"/>
            <a:ext cx="219456" cy="91440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 rot="1680000">
            <a:off x="9079992" y="3200400"/>
            <a:ext cx="219456" cy="91440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49640" y="1325879"/>
            <a:ext cx="548640" cy="749808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 rot="2100000">
            <a:off x="8897112" y="1664207"/>
            <a:ext cx="548640" cy="749808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 rot="19500000">
            <a:off x="8202167" y="1664207"/>
            <a:ext cx="548640" cy="749808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 rot="19800000">
            <a:off x="8823960" y="1993392"/>
            <a:ext cx="548640" cy="749808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 rot="1800000">
            <a:off x="8275319" y="1993392"/>
            <a:ext cx="548640" cy="749808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95944" y="2148840"/>
            <a:ext cx="256032" cy="256032"/>
          </a:xfrm>
          <a:prstGeom prst="ellipse">
            <a:avLst/>
          </a:prstGeom>
          <a:solidFill>
            <a:srgbClr val="DEA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2170402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 dirty="0">
                <a:solidFill>
                  <a:srgbClr val="593F8F"/>
                </a:solidFill>
                <a:latin typeface="Aptos"/>
              </a:rPr>
              <a:t>Target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72000"/>
            <a:ext cx="1776255" cy="101566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B2637"/>
                </a:solidFill>
                <a:latin typeface="Aptos"/>
              </a:rPr>
              <a:t>Iris </a:t>
            </a:r>
            <a:r>
              <a:rPr sz="2000" b="1" dirty="0" err="1">
                <a:solidFill>
                  <a:srgbClr val="2B2637"/>
                </a:solidFill>
                <a:latin typeface="Aptos"/>
              </a:rPr>
              <a:t>setosa</a:t>
            </a:r>
            <a:r>
              <a:rPr sz="2000" b="1" dirty="0">
                <a:solidFill>
                  <a:srgbClr val="2B2637"/>
                </a:solidFill>
                <a:latin typeface="Aptos"/>
              </a:rPr>
              <a:t>
Iris versicolor
Iris virginica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93F8F"/>
                </a:solidFill>
                <a:latin typeface="Aptos"/>
              </a:rPr>
              <a:t>2. Dataset &amp;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48156" y="1874519"/>
            <a:ext cx="1007007" cy="7078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000" b="1" dirty="0">
                <a:solidFill>
                  <a:srgbClr val="593F8F"/>
                </a:solidFill>
                <a:latin typeface="Aptos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883" y="2377440"/>
            <a:ext cx="1085554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002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2630" y="1874519"/>
            <a:ext cx="458779" cy="7078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000" b="1" dirty="0">
                <a:solidFill>
                  <a:srgbClr val="457E56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2580" y="2377440"/>
            <a:ext cx="105888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2990" y="1874519"/>
            <a:ext cx="458779" cy="7078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000" b="1" dirty="0">
                <a:solidFill>
                  <a:srgbClr val="DEAB47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6892" y="2377440"/>
            <a:ext cx="990976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002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8597" y="1874519"/>
            <a:ext cx="1688283" cy="7078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000" b="1" dirty="0">
                <a:solidFill>
                  <a:srgbClr val="593F8F"/>
                </a:solidFill>
                <a:latin typeface="Aptos"/>
              </a:rPr>
              <a:t>80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4362" y="2377440"/>
            <a:ext cx="1256754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train /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169802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B2637"/>
                </a:solidFill>
                <a:latin typeface="Aptos"/>
              </a:rPr>
              <a:t>Sepal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7028" y="3703320"/>
            <a:ext cx="1863652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b="1" dirty="0">
                <a:solidFill>
                  <a:srgbClr val="696374"/>
                </a:solidFill>
                <a:latin typeface="Aptos"/>
              </a:rPr>
              <a:t>measured in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1601721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B2637"/>
                </a:solidFill>
                <a:latin typeface="Aptos"/>
              </a:rPr>
              <a:t>Sepal 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6670" y="3703320"/>
            <a:ext cx="178613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lang="en-US" b="0" dirty="0">
                <a:solidFill>
                  <a:srgbClr val="696374"/>
                </a:solidFill>
                <a:latin typeface="Aptos"/>
              </a:rPr>
              <a:t>measured in cm</a:t>
            </a:r>
            <a:endParaRPr b="0" dirty="0">
              <a:solidFill>
                <a:srgbClr val="696374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46177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846320"/>
            <a:ext cx="1631537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B2637"/>
                </a:solidFill>
                <a:latin typeface="Aptos"/>
              </a:rPr>
              <a:t>Petal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4550" y="4846320"/>
            <a:ext cx="178613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b="0" dirty="0">
                <a:solidFill>
                  <a:srgbClr val="696374"/>
                </a:solidFill>
                <a:latin typeface="Aptos"/>
              </a:rPr>
              <a:t>measured in cm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177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1535228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B2637"/>
                </a:solidFill>
                <a:latin typeface="Aptos"/>
              </a:rPr>
              <a:t>Petal Width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670" y="4846320"/>
            <a:ext cx="178613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b="0" dirty="0">
                <a:solidFill>
                  <a:srgbClr val="696374"/>
                </a:solidFill>
                <a:latin typeface="Aptos"/>
              </a:rPr>
              <a:t>measured in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93F8F"/>
                </a:solidFill>
                <a:latin typeface="Aptos"/>
              </a:rPr>
              <a:t>3. Exploratory Data Analysis</a:t>
            </a:r>
          </a:p>
        </p:txBody>
      </p:sp>
      <p:pic>
        <p:nvPicPr>
          <p:cNvPr id="5" name="Picture 4" descr="iris_feature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44600"/>
            <a:ext cx="6629400" cy="52362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600200"/>
            <a:ext cx="3977639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2830711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593F8F"/>
                </a:solidFill>
                <a:latin typeface="Aptos"/>
              </a:rPr>
              <a:t>Notebook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06040"/>
            <a:ext cx="198875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✓  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64408"/>
            <a:ext cx="231634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✓  Class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922776"/>
            <a:ext cx="357739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✓  Pairwise feature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581144"/>
            <a:ext cx="3393558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✓  Visual separation of species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93F8F"/>
                </a:solidFill>
                <a:latin typeface="Aptos"/>
              </a:rPr>
              <a:t>4. Data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35608" y="2057400"/>
            <a:ext cx="822960" cy="822960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62394" y="2286000"/>
            <a:ext cx="569387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2771" y="3154680"/>
            <a:ext cx="77777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098" y="3794760"/>
            <a:ext cx="1897122" cy="83099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696374"/>
                </a:solidFill>
                <a:latin typeface="Aptos"/>
              </a:rPr>
              <a:t>80% training
20%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15968" y="2057400"/>
            <a:ext cx="822960" cy="822960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2754" y="2286000"/>
            <a:ext cx="569387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2956" y="3154680"/>
            <a:ext cx="111812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lang="en-US" sz="2200" b="1" dirty="0">
                <a:solidFill>
                  <a:srgbClr val="2B2637"/>
                </a:solidFill>
                <a:latin typeface="Aptos"/>
              </a:rPr>
              <a:t>Stratify</a:t>
            </a:r>
            <a:endParaRPr sz="2200" b="1" dirty="0">
              <a:solidFill>
                <a:srgbClr val="2B263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97006" y="3794760"/>
            <a:ext cx="259231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696374"/>
                </a:solidFill>
                <a:latin typeface="Aptos"/>
              </a:rPr>
              <a:t>Keep class balance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514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96328" y="2057400"/>
            <a:ext cx="822960" cy="822960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23114" y="2286000"/>
            <a:ext cx="569387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1359" y="3154680"/>
            <a:ext cx="902042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8779" y="3794760"/>
            <a:ext cx="2427203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696374"/>
                </a:solidFill>
                <a:latin typeface="Aptos"/>
              </a:rPr>
              <a:t>Standard</a:t>
            </a:r>
            <a:r>
              <a:rPr lang="en-US" sz="2400" b="1" dirty="0">
                <a:solidFill>
                  <a:srgbClr val="696374"/>
                </a:solidFill>
                <a:latin typeface="Aptos"/>
              </a:rPr>
              <a:t> </a:t>
            </a:r>
            <a:r>
              <a:rPr sz="2400" b="1" dirty="0">
                <a:solidFill>
                  <a:srgbClr val="696374"/>
                </a:solidFill>
                <a:latin typeface="Aptos"/>
              </a:rPr>
              <a:t>Scaler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14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76688" y="2057400"/>
            <a:ext cx="822960" cy="822960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03474" y="2286000"/>
            <a:ext cx="569387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0806" y="3154680"/>
            <a:ext cx="148386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9407" y="3719602"/>
            <a:ext cx="2600633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696374"/>
                </a:solidFill>
                <a:latin typeface="Aptos"/>
              </a:rPr>
              <a:t>Apply same scaler to test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2288" y="5577840"/>
            <a:ext cx="9196941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457E56"/>
                </a:solidFill>
                <a:latin typeface="Aptos"/>
              </a:rPr>
              <a:t>Scaling is important because the neural network learns from numerical feature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93F8F"/>
                </a:solidFill>
                <a:latin typeface="Aptos"/>
              </a:rPr>
              <a:t>5. Model: Artificial Neural Network (MLP)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2505456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2724912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2944368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3163824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8592" y="1920240"/>
            <a:ext cx="1080296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2B2637"/>
                </a:solidFill>
                <a:latin typeface="Aptos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4691" y="3749039"/>
            <a:ext cx="308097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685800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905255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1124712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1344167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1563624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0" y="1783079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0" y="2002536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0" y="2221991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0" y="2441448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0" y="2660903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0" y="2880360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72000" y="3099815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0" y="3319272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0" y="3758183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3977639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1200" y="1417319"/>
            <a:ext cx="1430200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2B2637"/>
                </a:solidFill>
                <a:latin typeface="Aptos"/>
              </a:rPr>
              <a:t>Hidden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6820" y="4144910"/>
            <a:ext cx="431528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16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1792224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0" y="2011679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15200" y="2231136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0" y="2450591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15200" y="2670048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315200" y="2889503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15200" y="3108960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15200" y="3328415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14400" y="1645919"/>
            <a:ext cx="1430200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2B2637"/>
                </a:solidFill>
                <a:latin typeface="Aptos"/>
              </a:rPr>
              <a:t>Hidden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5451" y="3474720"/>
            <a:ext cx="308097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8</a:t>
            </a:r>
          </a:p>
        </p:txBody>
      </p:sp>
      <p:sp>
        <p:nvSpPr>
          <p:cNvPr id="39" name="Oval 38"/>
          <p:cNvSpPr/>
          <p:nvPr/>
        </p:nvSpPr>
        <p:spPr>
          <a:xfrm>
            <a:off x="10058400" y="2615184"/>
            <a:ext cx="201168" cy="201168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058400" y="2834640"/>
            <a:ext cx="201168" cy="201168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058400" y="3054096"/>
            <a:ext cx="201168" cy="201168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87444" y="1920240"/>
            <a:ext cx="1170513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 dirty="0">
                <a:solidFill>
                  <a:srgbClr val="2B2637"/>
                </a:solidFill>
                <a:latin typeface="Apto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8651" y="3749039"/>
            <a:ext cx="308097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246120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DEAB47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3246120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DEAB47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246120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DEAB47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120640"/>
            <a:ext cx="178965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593F8F"/>
                </a:solidFill>
                <a:latin typeface="Aptos"/>
              </a:rPr>
              <a:t>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2999" y="5093208"/>
            <a:ext cx="6287042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4 inputs  →  16 neurons  →  8 neurons  →  3 classes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4C0C6D-D254-3912-F534-95C9207DFB07}"/>
              </a:ext>
            </a:extLst>
          </p:cNvPr>
          <p:cNvSpPr/>
          <p:nvPr/>
        </p:nvSpPr>
        <p:spPr>
          <a:xfrm>
            <a:off x="4572000" y="3539069"/>
            <a:ext cx="201168" cy="201168"/>
          </a:xfrm>
          <a:prstGeom prst="ellipse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93F8F"/>
                </a:solidFill>
                <a:latin typeface="Aptos"/>
              </a:rPr>
              <a:t>6. Model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886200" cy="4343400"/>
          </a:xfrm>
          <a:prstGeom prst="roundRect">
            <a:avLst/>
          </a:prstGeom>
          <a:solidFill>
            <a:srgbClr val="F4F0FA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33375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 b="1">
                <a:solidFill>
                  <a:srgbClr val="593F8F"/>
                </a:solidFill>
                <a:latin typeface="Aptos"/>
              </a:rPr>
              <a:t>96.67%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2898" y="2880360"/>
            <a:ext cx="1932004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446" y="3703320"/>
            <a:ext cx="4020908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 dirty="0">
                <a:solidFill>
                  <a:srgbClr val="2B2637"/>
                </a:solidFill>
                <a:latin typeface="Aptos"/>
              </a:rPr>
              <a:t>29 of 30 test samples classified 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1778" y="4800600"/>
            <a:ext cx="21542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 dirty="0">
                <a:solidFill>
                  <a:srgbClr val="696374"/>
                </a:solidFill>
                <a:latin typeface="Aptos"/>
              </a:rPr>
              <a:t>Test set = 30 samples</a:t>
            </a:r>
          </a:p>
        </p:txBody>
      </p:sp>
      <p:pic>
        <p:nvPicPr>
          <p:cNvPr id="10" name="Picture 9" descr="iri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6400800" cy="50067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93F8F"/>
                </a:solidFill>
                <a:latin typeface="Aptos"/>
              </a:rPr>
              <a:t>7. 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2743200" cy="502920"/>
          </a:xfrm>
          <a:prstGeom prst="rect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58348" y="1664208"/>
            <a:ext cx="780983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54480"/>
            <a:ext cx="1645920" cy="502920"/>
          </a:xfrm>
          <a:prstGeom prst="rect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945" y="1664208"/>
            <a:ext cx="116891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160020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59" y="1554480"/>
            <a:ext cx="1645920" cy="502920"/>
          </a:xfrm>
          <a:prstGeom prst="rect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65324" y="1664208"/>
            <a:ext cx="847989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160020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79" y="1554480"/>
            <a:ext cx="1645920" cy="502920"/>
          </a:xfrm>
          <a:prstGeom prst="rect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5729" y="1664208"/>
            <a:ext cx="1099019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1280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554480"/>
            <a:ext cx="1280160" cy="502920"/>
          </a:xfrm>
          <a:prstGeom prst="rect">
            <a:avLst/>
          </a:prstGeom>
          <a:solidFill>
            <a:srgbClr val="59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85159" y="1664208"/>
            <a:ext cx="1026242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075688"/>
            <a:ext cx="274320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23568" y="2148840"/>
            <a:ext cx="1050544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 err="1">
                <a:solidFill>
                  <a:srgbClr val="2B2637"/>
                </a:solidFill>
                <a:latin typeface="Aptos"/>
              </a:rPr>
              <a:t>setosa</a:t>
            </a:r>
            <a:endParaRPr sz="2200" b="1" dirty="0">
              <a:solidFill>
                <a:srgbClr val="2B2637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20440" y="207568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84968" y="214884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1.00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59" y="207568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30887" y="214884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207568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6807" y="214884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075688"/>
            <a:ext cx="128016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55265" y="2148840"/>
            <a:ext cx="486030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4857" y="2880360"/>
            <a:ext cx="1467966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versicolor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4968" y="288036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0887" y="288036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6807" y="288036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0.95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5265" y="2880360"/>
            <a:ext cx="486030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538728"/>
            <a:ext cx="274320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15269" y="3611880"/>
            <a:ext cx="126714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 dirty="0">
                <a:solidFill>
                  <a:srgbClr val="2B2637"/>
                </a:solidFill>
                <a:latin typeface="Aptos"/>
              </a:rPr>
              <a:t>virginica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353872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84968" y="361188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0.91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59" y="353872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30887" y="361188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79" y="3538728"/>
            <a:ext cx="164592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76807" y="3611880"/>
            <a:ext cx="71686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0.95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538728"/>
            <a:ext cx="1280160" cy="594360"/>
          </a:xfrm>
          <a:prstGeom prst="rect">
            <a:avLst/>
          </a:prstGeom>
          <a:solidFill>
            <a:srgbClr val="F4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55265" y="3611880"/>
            <a:ext cx="486030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0" dirty="0">
                <a:solidFill>
                  <a:srgbClr val="2B2637"/>
                </a:solidFill>
                <a:latin typeface="Aptos"/>
              </a:rPr>
              <a:t>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617720"/>
            <a:ext cx="10287000" cy="960120"/>
          </a:xfrm>
          <a:prstGeom prst="roundRect">
            <a:avLst/>
          </a:prstGeom>
          <a:solidFill>
            <a:srgbClr val="F0F7F1"/>
          </a:solidFill>
          <a:ln w="12700">
            <a:solidFill>
              <a:srgbClr val="D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88720" y="4919472"/>
            <a:ext cx="118981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457E56"/>
                </a:solidFill>
                <a:latin typeface="Aptos"/>
              </a:rPr>
              <a:t>Overall: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2334" y="4892040"/>
            <a:ext cx="5451172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2B2637"/>
                </a:solidFill>
                <a:latin typeface="Aptos"/>
              </a:rPr>
              <a:t>Accuracy 0.97  •  Macro F1 0.97  •  Weighted F1 0.97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93F8F"/>
                </a:solidFill>
                <a:latin typeface="Aptos"/>
              </a:rPr>
              <a:t>8. New Flower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35519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593F8F"/>
                </a:solidFill>
                <a:latin typeface="Aptos"/>
              </a:rPr>
              <a:t>Single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34711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[5.1, 3.5, 1.4, 0.2]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7462" y="3337560"/>
            <a:ext cx="2282997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↓  Standard</a:t>
            </a:r>
            <a:r>
              <a:rPr lang="en-US" b="1" dirty="0">
                <a:solidFill>
                  <a:srgbClr val="696374"/>
                </a:solidFill>
                <a:latin typeface="Aptos"/>
              </a:rPr>
              <a:t> </a:t>
            </a:r>
            <a:r>
              <a:rPr b="1" dirty="0">
                <a:solidFill>
                  <a:srgbClr val="696374"/>
                </a:solidFill>
                <a:latin typeface="Aptos"/>
              </a:rPr>
              <a:t>Scaler  </a:t>
            </a:r>
            <a:r>
              <a:rPr sz="1300" b="1" dirty="0">
                <a:solidFill>
                  <a:srgbClr val="696374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7424" y="4069080"/>
            <a:ext cx="2083071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696374"/>
                </a:solidFill>
                <a:latin typeface="Aptos"/>
              </a:rPr>
              <a:t>Predicted Species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4297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 dirty="0">
                <a:solidFill>
                  <a:srgbClr val="593F8F"/>
                </a:solidFill>
                <a:latin typeface="Aptos"/>
              </a:rPr>
              <a:t>IRIS SETOSA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303520" cy="4297680"/>
          </a:xfrm>
          <a:prstGeom prst="roundRect">
            <a:avLst/>
          </a:prstGeom>
          <a:solidFill>
            <a:srgbClr val="F6F4FA"/>
          </a:solidFill>
          <a:ln w="12700"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2768771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593F8F"/>
                </a:solidFill>
                <a:latin typeface="Aptos"/>
              </a:rPr>
              <a:t>Multiple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2094612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Flower 1  →  </a:t>
            </a:r>
            <a:r>
              <a:rPr b="1" dirty="0" err="1">
                <a:solidFill>
                  <a:srgbClr val="2B2637"/>
                </a:solidFill>
                <a:latin typeface="Aptos"/>
              </a:rPr>
              <a:t>setosa</a:t>
            </a:r>
            <a:endParaRPr b="1" dirty="0">
              <a:solidFill>
                <a:srgbClr val="2B263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2439129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Flower 2  →  versicolor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2275238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B2637"/>
                </a:solidFill>
                <a:latin typeface="Aptos"/>
              </a:rPr>
              <a:t>Flower 3  →  virginica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91995" y="2772918"/>
            <a:ext cx="73609" cy="1892807"/>
          </a:xfrm>
          <a:prstGeom prst="rect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 rot="19920000">
            <a:off x="1534363" y="3509010"/>
            <a:ext cx="252374" cy="105156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 rot="1680000">
            <a:off x="2123236" y="3351276"/>
            <a:ext cx="252374" cy="105156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13332" y="1195578"/>
            <a:ext cx="630936" cy="862279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100000">
            <a:off x="1912924" y="1584655"/>
            <a:ext cx="630936" cy="862279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 rot="19500000">
            <a:off x="1113739" y="1584655"/>
            <a:ext cx="630936" cy="862279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 rot="19800000">
            <a:off x="1828799" y="1963216"/>
            <a:ext cx="630936" cy="862279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1800000">
            <a:off x="1197864" y="1963216"/>
            <a:ext cx="630936" cy="862279"/>
          </a:xfrm>
          <a:prstGeom prst="ellipse">
            <a:avLst/>
          </a:prstGeom>
          <a:solidFill>
            <a:srgbClr val="593F8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681581" y="2141982"/>
            <a:ext cx="294436" cy="294436"/>
          </a:xfrm>
          <a:prstGeom prst="ellipse">
            <a:avLst/>
          </a:prstGeom>
          <a:solidFill>
            <a:srgbClr val="DEA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8285" y="1143000"/>
            <a:ext cx="3050707" cy="5539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 dirty="0">
                <a:solidFill>
                  <a:srgbClr val="593F8F"/>
                </a:solidFill>
                <a:latin typeface="Aptos"/>
              </a:rPr>
              <a:t>9.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4884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2084831"/>
            <a:ext cx="411480" cy="41148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112264"/>
            <a:ext cx="698434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Four flower measurements are used as model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70632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840480" y="2706624"/>
            <a:ext cx="411480" cy="41148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734056"/>
            <a:ext cx="6852325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The ANN/MLP learns patterns from the training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392424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3840480" y="3328415"/>
            <a:ext cx="411480" cy="41148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3355848"/>
            <a:ext cx="6479723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Standardization prepares the numerical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14216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3840480" y="3950208"/>
            <a:ext cx="411480" cy="411480"/>
          </a:xfrm>
          <a:prstGeom prst="ellipse">
            <a:avLst/>
          </a:prstGeom>
          <a:solidFill>
            <a:srgbClr val="45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977639"/>
            <a:ext cx="533562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The reproduced test accuracy is 96.67%.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636008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3840480" y="4572000"/>
            <a:ext cx="411480" cy="411480"/>
          </a:xfrm>
          <a:prstGeom prst="ellipse">
            <a:avLst/>
          </a:prstGeom>
          <a:solidFill>
            <a:srgbClr val="DEA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4599432"/>
            <a:ext cx="615360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 dirty="0">
                <a:solidFill>
                  <a:srgbClr val="2B2637"/>
                </a:solidFill>
                <a:latin typeface="Aptos"/>
              </a:rPr>
              <a:t>The trained model can predict new Iris flowers.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2894" y="5715000"/>
            <a:ext cx="2261452" cy="5539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 dirty="0">
                <a:solidFill>
                  <a:srgbClr val="593F8F"/>
                </a:solidFill>
                <a:latin typeface="Aptos"/>
              </a:rPr>
              <a:t>THANK 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1908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63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360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body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Tahezeeb Md Jaweed Peerji</cp:lastModifiedBy>
  <cp:revision>2</cp:revision>
  <dcterms:created xsi:type="dcterms:W3CDTF">2013-01-27T09:14:16Z</dcterms:created>
  <dcterms:modified xsi:type="dcterms:W3CDTF">2026-09-11T16:02:48Z</dcterms:modified>
  <cp:category/>
</cp:coreProperties>
</file>